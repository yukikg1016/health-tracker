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05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D15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58368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 GUIDE  v1.0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E8ED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457200" y="1783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STRATOS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トップ5%パフォーマーのためのバイオデータ×認知パフォーマンス研究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N-OF-1 PERFORMANCE RESEARCH  //  TOP 5% PROTOCOL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 YOU START — TELL ME HONESTLY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あなたはこれを経験したことがありますか</a:t>
            </a:r>
            <a:r>
              <a:rPr lang="en-US" sz="26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164592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38404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🕑  2PM クラッシュ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昼食後、急激に集中力が落ちる。会議中に眠くなる。思考がまとまらない。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en-US" sz="1150" dirty="0" err="1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食べすぎが原因」と思っていませんか</a:t>
            </a: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？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840480" cy="164592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17320"/>
            <a:ext cx="384048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🕔  5〜6PM クラッシュ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夕方になると頭が働かなくなる。「</a:t>
            </a:r>
            <a:r>
              <a:rPr lang="en-US" sz="1150" dirty="0" err="1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夕方は仕方ない」と諦めていませんか？それはあなたの限界ではなく、測定可能な生理的原因がある</a:t>
            </a: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141B22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54864" cy="13716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37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このクラッシュには個人ごとに異なる「引き金」が存在する。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 STRATOSは、そのトリガーをあなた自身のデータから特定し、制御可能にすることを目的とした研究プロジェクトだ。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60120" y="393192"/>
            <a:ext cx="7726680" cy="0"/>
          </a:xfrm>
          <a:prstGeom prst="line">
            <a:avLst/>
          </a:prstGeom>
          <a:noFill/>
          <a:ln w="12700">
            <a:solidFill>
              <a:srgbClr val="1C2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このプロジェクトで何がわかるか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自律神経データ（HRV・睡眠・心拍）と認知・出力パフォーマンスの相関を、あなた自身のデータで明らかにするN-of-1研究。単なる健康管理アプリではない。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840480" cy="237744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384048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個人内相関の発見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あなた固有の「HRVが高い日は認知スコアが○○%上昇する」「アルコール1杯でHRVが翌朝△ms低下する」といった、あなただけのパフォーマンス方程式を構築する。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3840480" cy="237744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920240"/>
            <a:ext cx="384048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被験者間の共通法則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複数の被験者データを統合し、「</a:t>
            </a:r>
            <a:r>
              <a:rPr lang="en-US" sz="1150" dirty="0" err="1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トップパフォーマーに共通する生理的パターン」を抽出する。個人差を超えた普遍的な法則の発見が目標</a:t>
            </a: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F1920"/>
          </a:solidFill>
          <a:ln w="12700">
            <a:solidFill>
              <a:srgbClr val="1C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4988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RESEARCH DESIGN  Week 1〜2：ベースライン確立　 Week 3〜4：1変数操作（介入実験）　 Week 5+：相関分析（r値・散布図）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60120" y="393192"/>
            <a:ext cx="7726680" cy="0"/>
          </a:xfrm>
          <a:prstGeom prst="line">
            <a:avLst/>
          </a:prstGeom>
          <a:noFill/>
          <a:ln w="12700">
            <a:solidFill>
              <a:srgbClr val="1C2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STRATOSスコアとは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パフォーマンスの本質は「量</a:t>
            </a:r>
            <a:r>
              <a:rPr lang="en-US" sz="12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× </a:t>
            </a:r>
            <a:r>
              <a:rPr lang="en-US" sz="1200" dirty="0" err="1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質」による圧倒的な成果にある。この研究では以下の式でその日のパフォーマンスを定量化する</a:t>
            </a:r>
            <a:r>
              <a:rPr lang="en-US" sz="12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2468880"/>
          </a:xfrm>
          <a:prstGeom prst="rect">
            <a:avLst/>
          </a:prstGeom>
          <a:solidFill>
            <a:srgbClr val="020E14"/>
          </a:solidFill>
          <a:ln w="1270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745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STRATOS Score
</a:t>
            </a:r>
            <a:r>
              <a:rPr lang="en-US" sz="1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Deep Work (h)
× Task Achievement
  (1–10)
</a:t>
            </a:r>
            <a:r>
              <a:rPr lang="en-US" sz="1200" dirty="0">
                <a:solidFill>
                  <a:srgbClr val="8A9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例: 4h × 9 = </a:t>
            </a:r>
            <a:r>
              <a:rPr lang="en-US" sz="1600" b="1" dirty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
</a:t>
            </a:r>
            <a:r>
              <a:rPr lang="en-US" sz="1200" dirty="0">
                <a:solidFill>
                  <a:srgbClr val="8A9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例: 6h × 4 = </a:t>
            </a:r>
            <a:r>
              <a:rPr lang="en-US" sz="1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783080"/>
            <a:ext cx="4114800" cy="246888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なぜこの式か？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長時間作業しても質が低ければスコアは下がる。短時間でも完全集中・完全達成であれば高スコアになる。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これをHRV・睡眠・認知スコアと照合することで、「どの生理状態の時にあなたは最も生産的か」が数値として浮かび上がる。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B1219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453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8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Deep Work = 通知・会話・マルチタスクが完全にゼロだった時間のみカウント。「集中できてたつもり」は不可。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60120" y="393192"/>
            <a:ext cx="7726680" cy="0"/>
          </a:xfrm>
          <a:prstGeom prst="line">
            <a:avLst/>
          </a:prstGeom>
          <a:noFill/>
          <a:ln w="12700">
            <a:solidFill>
              <a:srgbClr val="1C2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収集するデータ一覧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44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/ WATCH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HRV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44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/ WATCH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651760" y="1554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安静時心拍数 RHR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44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/ WATCH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睡眠時間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344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/ WATCH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58000" y="1554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深睡眠時間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76272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2402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MORNING / COGNIFIT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2450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停止信号テスト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反応時間(s) + 精度(%)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2176272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2402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MORNING / COGNIFIT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651760" y="2450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ディアリーワールド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スコア(S)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176272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2402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MORNING / FORM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54880" y="2450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主観的疲労感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– 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2176272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2402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MORNING / FORM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58000" y="2450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主観的ストレス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– 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072384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1363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EVENING / FORM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8640" y="33467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Work時間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36484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0" y="3072384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31363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EVENING / FORM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51760" y="33467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タスク達成度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51760" y="36484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– 10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072384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1363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EVENING / FORM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54880" y="33467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水分摂取量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54880" y="36484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66560" y="3072384"/>
            <a:ext cx="2011680" cy="804672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1363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/ FORM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858000" y="33467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KPI達成率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00" y="36484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453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毎朝：CogniFit（5分）+ 朝フォーム（2分）　　毎夜：夜フォーム（2分）　　終日：Apple Watch 自動収集（0分）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60120" y="393192"/>
            <a:ext cx="7726680" cy="0"/>
          </a:xfrm>
          <a:prstGeom prst="line">
            <a:avLst/>
          </a:prstGeom>
          <a:noFill/>
          <a:ln w="12700">
            <a:solidFill>
              <a:srgbClr val="1C2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セットアップ — 2つの方法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40480" cy="3017520"/>
          </a:xfrm>
          <a:prstGeom prst="rect">
            <a:avLst/>
          </a:prstGeom>
          <a:solidFill>
            <a:srgbClr val="030D15"/>
          </a:solidFill>
          <a:ln w="1270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84048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097280"/>
            <a:ext cx="155448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097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D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iOS ショートカット（無料）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iOSの「ショートカット」アプリを使い、CogniFitを開くと同時にApple WatchのデータをSheetsに自動送信。設定済みのファイルを受け取り、URLを1箇所変えるだけ。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5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完全無料
</a:t>
            </a:r>
            <a:r>
              <a:rPr lang="en-US" sz="1100" dirty="0">
                <a:solidFill>
                  <a:srgbClr val="00F5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設定後は完全自動
</a:t>
            </a:r>
            <a:r>
              <a:rPr lang="en-US" sz="1100" dirty="0">
                <a:solidFill>
                  <a:srgbClr val="00F5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CogniFitと連動
</a:t>
            </a:r>
            <a:r>
              <a:rPr lang="en-US" sz="1100" dirty="0">
                <a:solidFill>
                  <a:srgbClr val="5A68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初期設定に10分程度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3840480" cy="301752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34440"/>
            <a:ext cx="384048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D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 Health Export（買い切り）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Storeの「Auto Health Export」を購入。Apple HealthのデータをSheetsへ定期エクスポート。技術設定が不要で直感的に使用可能。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971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5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設定が最もシンプル
</a:t>
            </a:r>
            <a:r>
              <a:rPr lang="en-US" sz="1100" dirty="0">
                <a:solidFill>
                  <a:srgbClr val="00F5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Health全データにアクセス
</a:t>
            </a:r>
            <a:r>
              <a:rPr lang="en-US" sz="1100" dirty="0">
                <a:solidFill>
                  <a:srgbClr val="5A68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有料（数百円〜）
△ CogniFitとは別途連動設定が必要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B1219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453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8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どちらのPathでも最終的な計測結果・データ品質は同等です。初心者にはPath Aを推奨。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Path A  セットアップ手順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206240" cy="12070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47472" cy="1207008"/>
          </a:xfrm>
          <a:prstGeom prst="rect">
            <a:avLst/>
          </a:prstGeom>
          <a:solidFill>
            <a:srgbClr val="0A1520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Sheetsテンプレートをコピー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53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共有されたGoogle SheetsのリンクをFから開き「ファイル → コピーを作成」でマイドライブにコピー。コピーしたSheetのURLからIDを控えておく。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92040" y="914400"/>
            <a:ext cx="4206240" cy="12070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914400"/>
            <a:ext cx="347472" cy="1207008"/>
          </a:xfrm>
          <a:prstGeom prst="rect">
            <a:avLst/>
          </a:prstGeom>
          <a:solidFill>
            <a:srgbClr val="0A1520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GASをデプロイ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353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コピーしたSheetsの「拡張機能 → Apps Script」を開く。SPREADSHEET_IDが自分のIDになっていることを確認し「デプロイ → 新しいデプロイ」を実行。WebhookURLをコピー。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206240" cy="12070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347472" cy="1207008"/>
          </a:xfrm>
          <a:prstGeom prst="rect">
            <a:avLst/>
          </a:prstGeom>
          <a:solidFill>
            <a:srgbClr val="0A1520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ショートカットをインポート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67919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受け取ったショートカットファイルをタップしてiPhoneに追加。ショートカット内「Webhook URL」にStep 2のURLを貼り付けて保存。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2240280"/>
            <a:ext cx="4206240" cy="12070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240280"/>
            <a:ext cx="347472" cy="1207008"/>
          </a:xfrm>
          <a:prstGeom prst="rect">
            <a:avLst/>
          </a:prstGeom>
          <a:solidFill>
            <a:srgbClr val="0A1520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CogniFitをダウンロード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267919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StoreでCogniFitをインストール・アカウント作成（無料）。毎朝起床直後・カフェイン前に「停止信号テスト」と「ディアリーワールドテスト」を実施。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206240" cy="12070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347472" cy="1207008"/>
          </a:xfrm>
          <a:prstGeom prst="rect">
            <a:avLst/>
          </a:prstGeom>
          <a:solidFill>
            <a:srgbClr val="0A1520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Googleフォームをホーム画面に追加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00507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朝フォームと夜フォームのリンクをSafariで開き「共有 → ホーム画面に追加」。アプリのように使用可能。毎日のルーティンに組み込む。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566160"/>
            <a:ext cx="4206240" cy="12070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566160"/>
            <a:ext cx="347472" cy="1207008"/>
          </a:xfrm>
          <a:prstGeom prst="rect">
            <a:avLst/>
          </a:prstGeom>
          <a:solidFill>
            <a:srgbClr val="0A1520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400507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翌朝Sheetsを開き、昨夜の睡眠・HRVデータが自動入力されていることを確認。朝・夜フォーム送信後も反映されていることを確認する。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60120" y="393192"/>
            <a:ext cx="7726680" cy="0"/>
          </a:xfrm>
          <a:prstGeom prst="line">
            <a:avLst/>
          </a:prstGeom>
          <a:noFill/>
          <a:ln w="12700">
            <a:solidFill>
              <a:srgbClr val="1C2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データ収集ルール（厳守）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498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910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CogniFitは毎朝同じ条件で実施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7393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起床後、カフェイン・食事の前。これを破ると認知スコアのベースラインが汚染される。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7498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40280"/>
            <a:ext cx="54864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97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134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Workは定義を厳格に守る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426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「集中できてたつもり」はカウント不可。通知・会話・タブ切替がゼロの時間のみ。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7498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54864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284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介入は1変数のみ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112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3〜4の介入期間中、変化させる変数は必ず1つだけ。複数同時に変えるとデータが無意味になる。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49808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77640"/>
            <a:ext cx="54864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19709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0507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週次KPIは事前に定義する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37997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1開始前に自分のKPIを1〜2個決めてチームに共有。期中での変更は不可。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solidFill>
                  <a:srgbClr val="E8EDF2"/>
                </a:solidFill>
                <a:latin typeface="Meiryo" pitchFamily="34" charset="0"/>
                <a:ea typeface="Meiryo" pitchFamily="34" charset="-122"/>
              </a:rPr>
              <a:t>もう一歩先の領域へ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普段から自分を追い込んでいる皆様のギアをもう１段階上げる。</a:t>
            </a:r>
            <a:endParaRPr lang="en-US" sz="1400" i="1" dirty="0">
              <a:solidFill>
                <a:srgbClr val="8A9BAD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400" i="1" dirty="0" err="1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データは嘘をつかない。あなた自身の生体リズムを解読し</a:t>
            </a:r>
            <a:r>
              <a:rPr lang="en-US" sz="1400" i="1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A9B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トップ5%のパフォーマンスを科学的に設計する。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STRATOS Score = Deep Work (h) × Task Achievement (1-10)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1318"/>
          </a:solidFill>
          <a:ln w="12700">
            <a:solidFill>
              <a:srgbClr val="1C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A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STRATOS  //  N-OF-1 PERFORMANCE RESEARCH  //  TOP 5% PROTOCOL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796</Words>
  <Application>Microsoft Macintosh PowerPoint</Application>
  <PresentationFormat>画面に合わせる 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Meiryo</vt:lpstr>
      <vt:lpstr>Arial</vt:lpstr>
      <vt:lpstr>Arial Black</vt:lpstr>
      <vt:lpstr>Calibri</vt:lpstr>
      <vt:lpstr>Courier New</vt:lpstr>
      <vt:lpstr>游ゴシック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STRATOS — Participant Guide</dc:title>
  <dc:subject>PptxGenJS Presentation</dc:subject>
  <dc:creator>PptxGenJS</dc:creator>
  <cp:lastModifiedBy>Iida Yuki</cp:lastModifiedBy>
  <cp:revision>2</cp:revision>
  <dcterms:created xsi:type="dcterms:W3CDTF">2026-04-19T12:59:13Z</dcterms:created>
  <dcterms:modified xsi:type="dcterms:W3CDTF">2026-04-19T13:17:08Z</dcterms:modified>
</cp:coreProperties>
</file>